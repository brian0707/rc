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>
        <p:scale>
          <a:sx n="66" d="100"/>
          <a:sy n="66" d="100"/>
        </p:scale>
        <p:origin x="3053" y="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D35B4C-BBF4-3153-D544-00A8A68D0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CC5780C-A4AE-A971-7B0E-9D2BF7823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FE850A-474E-FF6F-7C5E-3CC65AD3A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321689-B6F5-6822-223F-4F905EE4A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F3814F-732A-D22E-378D-3C093DFAE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944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83B421-78C5-F3F7-88EA-857509253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6F93FD-65F2-31AD-0136-EF7AD1EF1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5806E0-89BD-F0F9-5A23-9DC460E5A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454526F-4722-A25A-B3C0-C1A15D6E8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83AB90-FD4C-0CEF-4554-DF26689E7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1537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56E215-C612-4421-EE49-3C0F0414E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E641D95-92D4-1D42-00E1-5BEF4029E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BBE14A-2CEE-C8DD-5C45-8162713E2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F2D8B2-783D-A6A6-B7F8-796DE3223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E7403A4-AD73-F049-58BF-11694B1FD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8611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4A4244-145E-0845-F6D4-ED4C4EB43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D25EEF-E287-30E0-0B9D-1753BCE07A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953C417-EAB1-D2DA-3121-36B3D0EBA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D84FF9E-2760-774D-083D-D43F43CDE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FFA9EFF-7408-F33D-15CA-D8132A3E8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14A35ED-263C-DDD4-B516-BA7F1E39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9567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167932-47E2-E2D8-42C7-598BFB6A8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8BB36DD-669A-3D50-FE5D-B43211944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BDCD59A-F978-8D05-C88A-040373290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2DCAD56-927F-CA91-30CA-34A04C5F48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2B41A7A-9C30-E73D-388B-93BB6B6100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F27A676-AD48-FC6B-2B8A-B61E2A048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2B0A9FD-A52A-D090-F92A-2E15AB034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83A425F-A550-13CE-F13D-2D8E29E5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752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CF49D6-9F05-7AE2-FFDD-1D454F154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C6AC271-68C6-6739-538F-0C3EFAA24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C8FD84D-A2E3-4DC0-02DF-B271343C6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AF02231-FC59-82AF-99BB-AE5683D6E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999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16F576B-A5F7-B8D0-EC73-96C481070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5A2BBFC-5F31-E851-C293-64036A35F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8F706A-5F64-AF6A-16BE-F66DEA22C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7081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328FBE-38C9-0E75-1644-293790251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AB854E-94A4-64B8-0F53-FEC013673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971868-D5E5-99C9-BDE2-E9A3A8EED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C7741A2-1CE6-19BF-583E-4D646E477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300F1FD-BCCB-0559-27EA-FBAA07B23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D2E709-EA64-7C3C-C53D-FD364E9A1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62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38C551-3CD6-5BF4-4674-4C6CABAB7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D0AF462-DE19-E1B6-4BF1-4B568C7F84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5CF3D1D-4FBE-FD9C-5426-BC69A0A24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7B882C-11DA-DCCB-8C43-E06B0DE7C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BD46030-864A-2721-B42D-DED617F33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8D3A96B-0F26-5964-4662-7C1E88F88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7121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B2AEEF-2DD3-EE6B-D448-0CCA43745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DE3C42D-7DF1-97BC-F9AF-57F4B58CB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ACB46F-6E68-57F7-62A6-90064DDB5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451ED87-AAAF-A37E-8289-68CA5D019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32EAA5-256B-2342-C379-F60520678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083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E65A9DB-2CCC-23F3-22A2-A917EDC6A5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27845CD-51E0-5AAE-E436-792E89582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BC01B8E-A02B-EF3B-4192-44B312CD9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9F9F70A-38C1-00F0-3576-F5135DD7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DEEEF3-EE17-AF40-F17D-2FBB46EA9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502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893EF7C-7CF0-0103-349B-E52CFC7E4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99B1B6-148D-446D-155A-850DCD1B1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C9178E-67A7-A3CC-42F7-8B6D54966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5B25C9-BCDB-0498-91F7-480BB19B4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103DBC-B43B-9E9B-D524-F1D054D86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37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2F836-E065-4D9A-CB18-3370119ED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7B5F6F84-B980-4BB0-14B1-190094A4B2AB}"/>
              </a:ext>
            </a:extLst>
          </p:cNvPr>
          <p:cNvSpPr txBox="1"/>
          <p:nvPr/>
        </p:nvSpPr>
        <p:spPr>
          <a:xfrm>
            <a:off x="281100" y="256309"/>
            <a:ext cx="22204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Summary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170B89D-D86C-6270-C155-ABCDFE5E8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91" y="2824412"/>
            <a:ext cx="5932810" cy="37514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C08D62C4-392D-3F8A-9F8F-706E8C954CD8}"/>
                  </a:ext>
                </a:extLst>
              </p:cNvPr>
              <p:cNvSpPr txBox="1"/>
              <p:nvPr/>
            </p:nvSpPr>
            <p:spPr>
              <a:xfrm>
                <a:off x="1157819" y="779529"/>
                <a:ext cx="4549159" cy="1848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Case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=28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𝑀𝑃𝑎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=420</m:t>
                    </m:r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𝑀𝑃𝑎</m:t>
                    </m:r>
                  </m:oMath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dirty="0">
                    <a:ea typeface="Cambria Math" panose="02040503050406030204" pitchFamily="18" charset="0"/>
                  </a:rPr>
                  <a:t>Case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28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𝑀𝑃𝑎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550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𝑀𝑃𝑎</m:t>
                    </m:r>
                  </m:oMath>
                </a14:m>
                <a:endParaRPr lang="en-US" altLang="zh-TW" dirty="0"/>
              </a:p>
              <a:p>
                <a:pPr>
                  <a:lnSpc>
                    <a:spcPct val="150000"/>
                  </a:lnSpc>
                </a:pPr>
                <a:r>
                  <a:rPr lang="en-US" altLang="zh-TW" dirty="0">
                    <a:ea typeface="Cambria Math" panose="02040503050406030204" pitchFamily="18" charset="0"/>
                  </a:rPr>
                  <a:t>Case 3: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𝑀𝑃𝑎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42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𝑀𝑃𝑎</m:t>
                    </m:r>
                  </m:oMath>
                </a14:m>
                <a:endParaRPr lang="en-US" altLang="zh-TW" dirty="0"/>
              </a:p>
              <a:p>
                <a:pPr>
                  <a:lnSpc>
                    <a:spcPct val="150000"/>
                  </a:lnSpc>
                </a:pPr>
                <a:r>
                  <a:rPr lang="en-US" altLang="zh-TW" dirty="0">
                    <a:ea typeface="Cambria Math" panose="02040503050406030204" pitchFamily="18" charset="0"/>
                  </a:rPr>
                  <a:t>Case 4: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𝑀𝑃𝑎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55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𝑀𝑃𝑎</m:t>
                    </m:r>
                  </m:oMath>
                </a14:m>
                <a:endParaRPr lang="en-US" altLang="zh-TW" dirty="0"/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C08D62C4-392D-3F8A-9F8F-706E8C954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819" y="779529"/>
                <a:ext cx="4549159" cy="1848583"/>
              </a:xfrm>
              <a:prstGeom prst="rect">
                <a:avLst/>
              </a:prstGeom>
              <a:blipFill>
                <a:blip r:embed="rId3"/>
                <a:stretch>
                  <a:fillRect l="-1206" b="-36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HW1-Model.pdf" descr="HW1-Model.pdf">
            <a:extLst>
              <a:ext uri="{FF2B5EF4-FFF2-40B4-BE49-F238E27FC236}">
                <a16:creationId xmlns:a16="http://schemas.microsoft.com/office/drawing/2014/main" id="{C53B97DB-5598-25DE-7AC2-6980C3298F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710" t="25607" r="32710" b="25607"/>
          <a:stretch>
            <a:fillRect/>
          </a:stretch>
        </p:blipFill>
        <p:spPr>
          <a:xfrm>
            <a:off x="7920222" y="1227487"/>
            <a:ext cx="2659352" cy="265125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S__110797071.jpg" descr="S__110797071.jpg">
            <a:extLst>
              <a:ext uri="{FF2B5EF4-FFF2-40B4-BE49-F238E27FC236}">
                <a16:creationId xmlns:a16="http://schemas.microsoft.com/office/drawing/2014/main" id="{F5F54DE0-12D5-B643-A3BA-D420FA3A48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9898" y="4666223"/>
            <a:ext cx="2865977" cy="10526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973D56A0-6941-2ABF-CFA3-65E388B42A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286" y="4304884"/>
            <a:ext cx="1775374" cy="1775374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B6D921C3-4094-D5AF-A98E-A19B824D9CB0}"/>
              </a:ext>
            </a:extLst>
          </p:cNvPr>
          <p:cNvSpPr txBox="1"/>
          <p:nvPr/>
        </p:nvSpPr>
        <p:spPr>
          <a:xfrm>
            <a:off x="8583988" y="4930961"/>
            <a:ext cx="817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Vs.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50475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31</Words>
  <Application>Microsoft Office PowerPoint</Application>
  <PresentationFormat>寬螢幕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林平旭</dc:creator>
  <cp:lastModifiedBy>林平旭</cp:lastModifiedBy>
  <cp:revision>28</cp:revision>
  <dcterms:created xsi:type="dcterms:W3CDTF">2026-03-29T05:12:22Z</dcterms:created>
  <dcterms:modified xsi:type="dcterms:W3CDTF">2026-03-29T11:40:47Z</dcterms:modified>
</cp:coreProperties>
</file>